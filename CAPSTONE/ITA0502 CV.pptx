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7/25/2026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3A96-8DA0-275D-4002-C026C640B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6313"/>
          </a:xfrm>
        </p:spPr>
        <p:txBody>
          <a:bodyPr/>
          <a:lstStyle/>
          <a:p>
            <a:pPr algn="ctr"/>
            <a:r>
              <a:rPr lang="en-IN" sz="4400" dirty="0"/>
              <a:t>AI Vision Assistant for Visually Impaired Users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83D59-ED41-C2BC-9F08-38272E162ECA}"/>
              </a:ext>
            </a:extLst>
          </p:cNvPr>
          <p:cNvSpPr txBox="1"/>
          <p:nvPr/>
        </p:nvSpPr>
        <p:spPr>
          <a:xfrm>
            <a:off x="450342" y="4749076"/>
            <a:ext cx="2375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dirty="0">
                <a:solidFill>
                  <a:srgbClr val="FF0000"/>
                </a:solidFill>
                <a:latin typeface="Plus Jakarta Sans SemiBold"/>
              </a:rPr>
              <a:t>PROGRAM DIRECTOR</a:t>
            </a:r>
            <a:r>
              <a:rPr lang="en-US" sz="1800" b="0" i="0" u="none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: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Dr. SASI REKHA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PROF/CSE</a:t>
            </a:r>
            <a:endParaRPr lang="en-US" sz="1800" b="0" i="0" u="none" dirty="0">
              <a:solidFill>
                <a:schemeClr val="tx1">
                  <a:lumMod val="95000"/>
                  <a:lumOff val="5000"/>
                </a:schemeClr>
              </a:solidFill>
              <a:latin typeface="Plus Jakarta Sans SemiBold"/>
            </a:endParaRP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 SemiBold"/>
              </a:rPr>
              <a:t>                                        </a:t>
            </a:r>
            <a:endParaRPr lang="en-US" sz="1800" b="0" i="0" u="none" dirty="0">
              <a:solidFill>
                <a:schemeClr val="tx1">
                  <a:lumMod val="95000"/>
                  <a:lumOff val="5000"/>
                </a:schemeClr>
              </a:solidFill>
              <a:latin typeface="Plus Jakarta Sans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E1E9D2-C5CF-7723-312C-1D2F91969993}"/>
              </a:ext>
            </a:extLst>
          </p:cNvPr>
          <p:cNvSpPr txBox="1"/>
          <p:nvPr/>
        </p:nvSpPr>
        <p:spPr>
          <a:xfrm>
            <a:off x="450342" y="5719679"/>
            <a:ext cx="2750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 R C . JENI GRACIA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 PROF / CSE       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34DF83-B6AC-2BCA-949F-B6A2B703B70B}"/>
              </a:ext>
            </a:extLst>
          </p:cNvPr>
          <p:cNvSpPr txBox="1"/>
          <p:nvPr/>
        </p:nvSpPr>
        <p:spPr>
          <a:xfrm>
            <a:off x="6263640" y="4854786"/>
            <a:ext cx="6041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SRI HARI N (192572127)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 CHANDRA SEKHAR REDDY(192472173)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P.POORNA CHANDRA (192472287)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MEGHARAJU AKHILKUMAR (192572060)</a:t>
            </a:r>
          </a:p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KATHIKEYAN U (192572131)   </a:t>
            </a:r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50DCB5-C3BE-D08F-B36E-759037CAB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076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230456-6A60-9E26-4B4A-79278DCC4B35}"/>
              </a:ext>
            </a:extLst>
          </p:cNvPr>
          <p:cNvSpPr txBox="1"/>
          <p:nvPr/>
        </p:nvSpPr>
        <p:spPr>
          <a:xfrm>
            <a:off x="4718304" y="3264408"/>
            <a:ext cx="3035808" cy="374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50"/>
              </a:lnSpc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Plus Jakarta Sans"/>
              </a:rPr>
              <a:t>COMPUTER VISION ITA0502</a:t>
            </a:r>
          </a:p>
        </p:txBody>
      </p:sp>
    </p:spTree>
    <p:extLst>
      <p:ext uri="{BB962C8B-B14F-4D97-AF65-F5344CB8AC3E}">
        <p14:creationId xmlns:p14="http://schemas.microsoft.com/office/powerpoint/2010/main" val="61175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8004-2ADB-CC92-1968-44690603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60" y="164592"/>
            <a:ext cx="5303520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7D6C-7FCA-879B-6154-8A99C34D2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512" y="2615184"/>
            <a:ext cx="5166360" cy="2514600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Introduction to the AI Vision Assistant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Literature Review of Existing Solutions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Problem Statement &amp; Objectives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Architecture &amp; Overall Design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Modules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08DA8-62E9-B8A2-E5F7-3488CE23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224" y="2003679"/>
            <a:ext cx="5305425" cy="3600450"/>
          </a:xfrm>
          <a:prstGeom prst="rect">
            <a:avLst/>
          </a:prstGeom>
        </p:spPr>
      </p:pic>
      <p:sp>
        <p:nvSpPr>
          <p:cNvPr id="6" name="Freeform 3">
            <a:extLst>
              <a:ext uri="{FF2B5EF4-FFF2-40B4-BE49-F238E27FC236}">
                <a16:creationId xmlns:a16="http://schemas.microsoft.com/office/drawing/2014/main" id="{189F60E3-CE41-717E-4777-7760F2D5DC68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733C35E8-7667-C940-2B59-4E3DEA5222A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0145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794-46B1-1D1E-11F9-41795DE4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128016"/>
            <a:ext cx="6007608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39CA3-478B-6019-4EB5-F9138DA0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65960"/>
            <a:ext cx="7333488" cy="3950208"/>
          </a:xfrm>
        </p:spPr>
        <p:txBody>
          <a:bodyPr>
            <a:normAutofit lnSpcReduction="10000"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impairment creates challenges in navigation and accessing daily information.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assistive tools often perform only one specific task.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integrates multiple AI features into a single intelligent assistant.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Computer Vision, OCR, Speech Processing, and AI models.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real-time voice guidance using a smartphone or webcam</a:t>
            </a:r>
          </a:p>
        </p:txBody>
      </p:sp>
      <p:pic>
        <p:nvPicPr>
          <p:cNvPr id="5" name="Picture 4" descr="AI-boosted cameras help blind people to navigate">
            <a:extLst>
              <a:ext uri="{FF2B5EF4-FFF2-40B4-BE49-F238E27FC236}">
                <a16:creationId xmlns:a16="http://schemas.microsoft.com/office/drawing/2014/main" id="{36F64C85-BE73-13CB-C942-69A53888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1947672"/>
            <a:ext cx="4026850" cy="3861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Freeform 3">
            <a:extLst>
              <a:ext uri="{FF2B5EF4-FFF2-40B4-BE49-F238E27FC236}">
                <a16:creationId xmlns:a16="http://schemas.microsoft.com/office/drawing/2014/main" id="{CD3B7C7F-B73C-1EBD-0A49-386CBAC0578B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8645B149-E4EC-40EA-5E8C-F86A39F8F2C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1878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0FC9C6F-916C-72D2-1F8C-E26B29608520}"/>
              </a:ext>
            </a:extLst>
          </p:cNvPr>
          <p:cNvSpPr txBox="1"/>
          <p:nvPr/>
        </p:nvSpPr>
        <p:spPr>
          <a:xfrm>
            <a:off x="2836926" y="78707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A025B9-3F58-6251-35CC-A2880B8E5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146605"/>
              </p:ext>
            </p:extLst>
          </p:nvPr>
        </p:nvGraphicFramePr>
        <p:xfrm>
          <a:off x="310896" y="1271016"/>
          <a:ext cx="11558016" cy="530351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56816">
                  <a:extLst>
                    <a:ext uri="{9D8B030D-6E8A-4147-A177-3AD203B41FA5}">
                      <a16:colId xmlns:a16="http://schemas.microsoft.com/office/drawing/2014/main" val="1709154406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4187658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02333420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415745342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3147736236"/>
                    </a:ext>
                  </a:extLst>
                </a:gridCol>
              </a:tblGrid>
              <a:tr h="2492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S.No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Author(s)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Year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Title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Research Gap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3441081485"/>
                  </a:ext>
                </a:extLst>
              </a:tr>
              <a:tr h="132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1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Bin Xiao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2024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Florence-2: Advancing a Unified Representation for Vision Tasks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Focused on vision-language understanding but did not integrate obstacle detection, OCR, and navigation into a single assistive system.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3345341948"/>
                  </a:ext>
                </a:extLst>
              </a:tr>
              <a:tr h="1199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Rahima Khanam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2024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YOLOv11: An Overview of the Key Architectural Enhancements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Improved real-time object detection but lacked voice guidance and accessibility features for visually impaired users.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2314878311"/>
                  </a:ext>
                </a:extLst>
              </a:tr>
              <a:tr h="1199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3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Ranjan Sapkota et al.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2025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 Comprehensive Review of the YOLO Object Detection Models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Reviewed YOLO advancements but did not propose an integrated AI assistant combining multiple assistive technologies.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1501441848"/>
                  </a:ext>
                </a:extLst>
              </a:tr>
              <a:tr h="13278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/>
                        <a:t>4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Cui et al.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/>
                        <a:t>2026</a:t>
                      </a:r>
                      <a:endParaRPr lang="en-IN" sz="1400" dirty="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PaddleOCR-VL: Boosting Document Parsing Efficiency and Performance</a:t>
                      </a:r>
                      <a:endParaRPr lang="en-IN" sz="1400"/>
                    </a:p>
                  </a:txBody>
                  <a:tcPr marL="33207" marR="33207" marT="16604" marB="16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Focused mainly on document OCR and parsing without navigation, object recognition, or scene understanding capabilities.</a:t>
                      </a:r>
                    </a:p>
                  </a:txBody>
                  <a:tcPr marL="33207" marR="33207" marT="16604" marB="16604" anchor="ctr"/>
                </a:tc>
                <a:extLst>
                  <a:ext uri="{0D108BD9-81ED-4DB2-BD59-A6C34878D82A}">
                    <a16:rowId xmlns:a16="http://schemas.microsoft.com/office/drawing/2014/main" val="1881922043"/>
                  </a:ext>
                </a:extLst>
              </a:tr>
            </a:tbl>
          </a:graphicData>
        </a:graphic>
      </p:graphicFrame>
      <p:sp>
        <p:nvSpPr>
          <p:cNvPr id="18" name="Freeform 3">
            <a:extLst>
              <a:ext uri="{FF2B5EF4-FFF2-40B4-BE49-F238E27FC236}">
                <a16:creationId xmlns:a16="http://schemas.microsoft.com/office/drawing/2014/main" id="{36EF50EC-04E2-50AB-A508-F5F7D9B8EB1A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B1491C15-F9B5-6B20-1F09-3BF126C86CA0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2333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5829-1B51-06BE-AEDF-FAECA20F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FAE93-4D0A-CFF1-C0CB-60A163396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688336"/>
            <a:ext cx="10058400" cy="277063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Visually impaired users rely on multiple applications for different tasks.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Switching between apps reduces efficiency and increases complexity.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integrated AI-powered vision assistant.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 real-time object detection, navigation, OCR, and currency recognition.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 intelligent voice-based interaction for improved independence.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2D236822-092F-05FB-3686-C2338C56CBD1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BBF65EB0-1F4F-5273-7DC5-CEAB0DE7860E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6789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B631FD-5659-EC08-C45A-51D2F0206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Freeform 3">
            <a:extLst>
              <a:ext uri="{FF2B5EF4-FFF2-40B4-BE49-F238E27FC236}">
                <a16:creationId xmlns:a16="http://schemas.microsoft.com/office/drawing/2014/main" id="{94FB643B-04D5-1C1F-8890-504E9130FE3A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E3D6DB7E-A57A-1251-5E44-7C94B48B268D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7163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9B8D-BAEF-E53E-9616-E24864DB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246888"/>
            <a:ext cx="10058400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D464-E9DC-E148-878D-1A7F46CB4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288" y="2706624"/>
            <a:ext cx="10058400" cy="2532888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1: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Real-Time Object Detection &amp; Scene Understanding 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2: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Obstacle Detection &amp; Safe Navigation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3: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Smart OCR &amp; Document Reader 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4: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Indian Currency &amp; Essential Object Recognition 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5: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Intelligent Voice Assistant &amp; Scene Question Answering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CA1BD84-5B2B-CA30-A643-AA5FF3438F01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5DB61E8-9D61-2969-9AF9-0A3A591FD057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2695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7DF63-18C3-54C0-E81E-2287D2BE0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88" y="118872"/>
            <a:ext cx="4992624" cy="160934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FEF7-7082-B3FC-FBEE-145E58C8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1773936"/>
            <a:ext cx="10058400" cy="405079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an AI-powered vision assistant that integrates multiple assistive technologies into a single platform.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real-time object detection, obstacle avoidance, OCR, currency recognition, and scene understanding.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voice-based guidance and natural interaction, improving accessibility and user independence.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Utilizes advanced AI models such as YOLOv11,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MiDaS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PaddleOCR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Whisper, and Florence-2/Qwen2.5-VL for accurate and efficient performance.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Aims to enhance the safety, confidence, and quality of life of visually impaired users through intelligent, real-time assistance.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0CE57D3-9F3A-96E6-342F-5F8331EC2C39}"/>
              </a:ext>
            </a:extLst>
          </p:cNvPr>
          <p:cNvSpPr/>
          <p:nvPr/>
        </p:nvSpPr>
        <p:spPr>
          <a:xfrm>
            <a:off x="0" y="0"/>
            <a:ext cx="865415" cy="918482"/>
          </a:xfrm>
          <a:custGeom>
            <a:avLst/>
            <a:gdLst/>
            <a:ahLst/>
            <a:cxnLst/>
            <a:rect l="l" t="t" r="r" b="b"/>
            <a:pathLst>
              <a:path w="1597816" h="1881872">
                <a:moveTo>
                  <a:pt x="0" y="0"/>
                </a:moveTo>
                <a:lnTo>
                  <a:pt x="1597816" y="0"/>
                </a:lnTo>
                <a:lnTo>
                  <a:pt x="1597816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8B054AA-345B-E8E9-4B94-4CF10F9D924E}"/>
              </a:ext>
            </a:extLst>
          </p:cNvPr>
          <p:cNvSpPr/>
          <p:nvPr/>
        </p:nvSpPr>
        <p:spPr>
          <a:xfrm>
            <a:off x="11176518" y="0"/>
            <a:ext cx="1015482" cy="918482"/>
          </a:xfrm>
          <a:custGeom>
            <a:avLst/>
            <a:gdLst/>
            <a:ahLst/>
            <a:cxnLst/>
            <a:rect l="l" t="t" r="r" b="b"/>
            <a:pathLst>
              <a:path w="2130421" h="1881872">
                <a:moveTo>
                  <a:pt x="0" y="0"/>
                </a:moveTo>
                <a:lnTo>
                  <a:pt x="2130421" y="0"/>
                </a:lnTo>
                <a:lnTo>
                  <a:pt x="2130421" y="1881872"/>
                </a:lnTo>
                <a:lnTo>
                  <a:pt x="0" y="188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2563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5077-CE61-28B0-159F-F666D0D0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8739-2A19-8617-C418-C45987344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2" descr="Thank You Digital Tablet Stock Illustrations – 43 Thank You Digital Tablet  Stock Illustrations, Vectors &amp; Clipart - Dreamstime">
            <a:extLst>
              <a:ext uri="{FF2B5EF4-FFF2-40B4-BE49-F238E27FC236}">
                <a16:creationId xmlns:a16="http://schemas.microsoft.com/office/drawing/2014/main" id="{35295FCB-F1F8-E483-EC86-2C56A578A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5138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{69F77931-C664-40C4-8BA1-922C8D736C53}TF2ec419c9-97c3-4958-b02a-0886397d33afcfe10e4b-d68909c4b1b0</Template>
  <TotalTime>33</TotalTime>
  <Words>501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Plus Jakarta Sans</vt:lpstr>
      <vt:lpstr>Plus Jakarta Sans SemiBold</vt:lpstr>
      <vt:lpstr>Rockwell</vt:lpstr>
      <vt:lpstr>Rockwell Condensed</vt:lpstr>
      <vt:lpstr>Wingdings</vt:lpstr>
      <vt:lpstr>Wood Type</vt:lpstr>
      <vt:lpstr>AI Vision Assistant for Visually Impaired Users </vt:lpstr>
      <vt:lpstr>Agenda</vt:lpstr>
      <vt:lpstr>Introduction</vt:lpstr>
      <vt:lpstr>PowerPoint Presentation</vt:lpstr>
      <vt:lpstr>Problem Statement &amp; Objectives</vt:lpstr>
      <vt:lpstr>PowerPoint Presentation</vt:lpstr>
      <vt:lpstr>Modules Introduction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Golamri chandra sekhar reddy</dc:creator>
  <cp:lastModifiedBy>Golamri chandra sekhar reddy</cp:lastModifiedBy>
  <cp:revision>1</cp:revision>
  <dcterms:created xsi:type="dcterms:W3CDTF">2026-07-25T05:00:08Z</dcterms:created>
  <dcterms:modified xsi:type="dcterms:W3CDTF">2026-07-25T05:34:03Z</dcterms:modified>
</cp:coreProperties>
</file>